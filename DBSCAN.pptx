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5622" y="0"/>
            <a:ext cx="10378596" cy="10378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>
                <a:alpha val="3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3035" y="3576889"/>
            <a:ext cx="4961930" cy="156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DBSCAN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1603" y="5076825"/>
            <a:ext cx="16584794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Ater Machar, Kyaw Toe Toe Han, Nyein Min Soe, &amp; Tar Rein Thway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1005" y="1340763"/>
            <a:ext cx="17318697" cy="566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7"/>
              </a:lnSpc>
              <a:spcBef>
                <a:spcPct val="0"/>
              </a:spcBef>
            </a:pPr>
            <a:r>
              <a:rPr lang="en-US" b="true" sz="32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DBSCAN?</a:t>
            </a:r>
          </a:p>
          <a:p>
            <a:pPr algn="l">
              <a:lnSpc>
                <a:spcPts val="4507"/>
              </a:lnSpc>
              <a:spcBef>
                <a:spcPct val="0"/>
              </a:spcBef>
            </a:pPr>
          </a:p>
          <a:p>
            <a:pPr algn="l">
              <a:lnSpc>
                <a:spcPts val="4507"/>
              </a:lnSpc>
              <a:spcBef>
                <a:spcPct val="0"/>
              </a:spcBef>
            </a:pP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Density-Based Spatial Clustering of Applications with Noise</a:t>
            </a:r>
          </a:p>
          <a:p>
            <a:pPr algn="l" marL="695153" indent="-347576" lvl="1">
              <a:lnSpc>
                <a:spcPts val="4507"/>
              </a:lnSpc>
              <a:spcBef>
                <a:spcPct val="0"/>
              </a:spcBef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Groups data points based on density, not distance to a center</a:t>
            </a:r>
          </a:p>
          <a:p>
            <a:pPr algn="l" marL="695153" indent="-347576" lvl="1">
              <a:lnSpc>
                <a:spcPts val="4507"/>
              </a:lnSpc>
              <a:spcBef>
                <a:spcPct val="0"/>
              </a:spcBef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Forms clusters from high-density regions separated by low-density areas</a:t>
            </a:r>
          </a:p>
          <a:p>
            <a:pPr algn="l" marL="695153" indent="-347576" lvl="1">
              <a:lnSpc>
                <a:spcPts val="4507"/>
              </a:lnSpc>
              <a:spcBef>
                <a:spcPct val="0"/>
              </a:spcBef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Automatically identifies outliers (noise) that don’t belong to any cluster</a:t>
            </a:r>
          </a:p>
          <a:p>
            <a:pPr algn="l" marL="695153" indent="-347576" lvl="1">
              <a:lnSpc>
                <a:spcPts val="4507"/>
              </a:lnSpc>
              <a:spcBef>
                <a:spcPct val="0"/>
              </a:spcBef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cluster = area where points are densely connected</a:t>
            </a:r>
          </a:p>
          <a:p>
            <a:pPr algn="l" marL="695153" indent="-347576" lvl="1">
              <a:lnSpc>
                <a:spcPts val="4507"/>
              </a:lnSpc>
              <a:spcBef>
                <a:spcPct val="0"/>
              </a:spcBef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Noise = points that don’t have enough neighbors nearby</a:t>
            </a:r>
          </a:p>
          <a:p>
            <a:pPr algn="l">
              <a:lnSpc>
                <a:spcPts val="4507"/>
              </a:lnSpc>
              <a:spcBef>
                <a:spcPct val="0"/>
              </a:spcBef>
            </a:pPr>
          </a:p>
          <a:p>
            <a:pPr algn="l">
              <a:lnSpc>
                <a:spcPts val="4507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2482686" y="5399649"/>
            <a:ext cx="6444206" cy="64442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9593" y="1673443"/>
            <a:ext cx="13880229" cy="6940115"/>
          </a:xfrm>
          <a:custGeom>
            <a:avLst/>
            <a:gdLst/>
            <a:ahLst/>
            <a:cxnLst/>
            <a:rect r="r" b="b" t="t" l="l"/>
            <a:pathLst>
              <a:path h="6940115" w="13880229">
                <a:moveTo>
                  <a:pt x="0" y="0"/>
                </a:moveTo>
                <a:lnTo>
                  <a:pt x="13880230" y="0"/>
                </a:lnTo>
                <a:lnTo>
                  <a:pt x="13880230" y="6940114"/>
                </a:lnTo>
                <a:lnTo>
                  <a:pt x="0" y="6940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73757" y="3686416"/>
            <a:ext cx="3173683" cy="317368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57748" y="4274503"/>
            <a:ext cx="1177250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the Math Works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9175" y="3873967"/>
            <a:ext cx="16240125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 Cluster Non-Circle Data Points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Pre-defined Cluster Count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Robust to Outliers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Minimal Domain Knowledge Needed</a:t>
            </a:r>
          </a:p>
          <a:p>
            <a:pPr algn="l">
              <a:lnSpc>
                <a:spcPts val="475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2386186" y="3707362"/>
            <a:ext cx="7441381" cy="744138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273043" y="6382419"/>
            <a:ext cx="4833833" cy="4114800"/>
          </a:xfrm>
          <a:custGeom>
            <a:avLst/>
            <a:gdLst/>
            <a:ahLst/>
            <a:cxnLst/>
            <a:rect r="r" b="b" t="t" l="l"/>
            <a:pathLst>
              <a:path h="4114800" w="4833833">
                <a:moveTo>
                  <a:pt x="0" y="0"/>
                </a:moveTo>
                <a:lnTo>
                  <a:pt x="4833833" y="0"/>
                </a:lnTo>
                <a:lnTo>
                  <a:pt x="48338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9175" y="2160102"/>
            <a:ext cx="16240125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choose density-based clustering?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9175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Advantages of DBSCAN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9125" y="3032480"/>
            <a:ext cx="6444206" cy="644420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19175" y="2160102"/>
            <a:ext cx="162401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itations and 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9175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Disadvantages of DBSCAN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9175" y="3873967"/>
            <a:ext cx="16240125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Computational Cost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Struggles with Varying Densities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Highly Sensitive to Parameters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"Curse of Dimensionality"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36839" y="5520597"/>
            <a:ext cx="5718931" cy="5032659"/>
          </a:xfrm>
          <a:custGeom>
            <a:avLst/>
            <a:gdLst/>
            <a:ahLst/>
            <a:cxnLst/>
            <a:rect r="r" b="b" t="t" l="l"/>
            <a:pathLst>
              <a:path h="5032659" w="5718931">
                <a:moveTo>
                  <a:pt x="0" y="0"/>
                </a:moveTo>
                <a:lnTo>
                  <a:pt x="5718931" y="0"/>
                </a:lnTo>
                <a:lnTo>
                  <a:pt x="5718931" y="5032660"/>
                </a:lnTo>
                <a:lnTo>
                  <a:pt x="0" y="5032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9175" y="2160102"/>
            <a:ext cx="162401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When should we use DBSCAN?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930404" y="5538650"/>
            <a:ext cx="5092555" cy="509255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697776" y="5143500"/>
            <a:ext cx="5557809" cy="5143500"/>
          </a:xfrm>
          <a:custGeom>
            <a:avLst/>
            <a:gdLst/>
            <a:ahLst/>
            <a:cxnLst/>
            <a:rect r="r" b="b" t="t" l="l"/>
            <a:pathLst>
              <a:path h="5143500" w="5557809">
                <a:moveTo>
                  <a:pt x="0" y="0"/>
                </a:moveTo>
                <a:lnTo>
                  <a:pt x="5557810" y="0"/>
                </a:lnTo>
                <a:lnTo>
                  <a:pt x="555781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9175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Best Use Cases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15857"/>
            <a:ext cx="13524756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Ideal Scenari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os: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Spatial data analysis (e.g., geographic coordinates).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Datasets with lots of noise or anomalies (e.g., fraud detection).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When you suspect clusters have weird, non-circular shapes.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to Avoid: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Massive datasets without computational resources or spatial indexing.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Datasets with extremely high dimensions (e.g., text data).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where cluster density fluctuates wildly.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780646"/>
            <a:ext cx="16230600" cy="1440466"/>
          </a:xfrm>
          <a:custGeom>
            <a:avLst/>
            <a:gdLst/>
            <a:ahLst/>
            <a:cxnLst/>
            <a:rect r="r" b="b" t="t" l="l"/>
            <a:pathLst>
              <a:path h="1440466" w="16230600">
                <a:moveTo>
                  <a:pt x="0" y="0"/>
                </a:moveTo>
                <a:lnTo>
                  <a:pt x="16230600" y="0"/>
                </a:lnTo>
                <a:lnTo>
                  <a:pt x="16230600" y="1440466"/>
                </a:lnTo>
                <a:lnTo>
                  <a:pt x="0" y="1440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44016" y="-1627260"/>
            <a:ext cx="5092555" cy="509255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162810"/>
            <a:ext cx="1623060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use DBSC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AN, we have to use the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Euclidean distance formula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find the distance between two Points, (for the case of two points, if there is 4 columns for dataset like iris.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formula will be like this - 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Calculating Euclidean distance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703695"/>
            <a:ext cx="1368306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this formula, P an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Q are two different rows in the dataset.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d(P, Q) is the resulting Euclidean distance between points P and Q.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65728" y="5915810"/>
            <a:ext cx="5092555" cy="509255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820545"/>
            <a:ext cx="11538610" cy="5851359"/>
            <a:chOff x="0" y="0"/>
            <a:chExt cx="15384813" cy="7801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84813" cy="5286735"/>
            </a:xfrm>
            <a:custGeom>
              <a:avLst/>
              <a:gdLst/>
              <a:ahLst/>
              <a:cxnLst/>
              <a:rect r="r" b="b" t="t" l="l"/>
              <a:pathLst>
                <a:path h="5286735" w="15384813">
                  <a:moveTo>
                    <a:pt x="0" y="0"/>
                  </a:moveTo>
                  <a:lnTo>
                    <a:pt x="15384813" y="0"/>
                  </a:lnTo>
                  <a:lnTo>
                    <a:pt x="15384813" y="5286735"/>
                  </a:lnTo>
                  <a:lnTo>
                    <a:pt x="0" y="528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352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138507"/>
              <a:ext cx="15384813" cy="3663305"/>
            </a:xfrm>
            <a:custGeom>
              <a:avLst/>
              <a:gdLst/>
              <a:ahLst/>
              <a:cxnLst/>
              <a:rect r="r" b="b" t="t" l="l"/>
              <a:pathLst>
                <a:path h="3663305" w="15384813">
                  <a:moveTo>
                    <a:pt x="0" y="0"/>
                  </a:moveTo>
                  <a:lnTo>
                    <a:pt x="15384813" y="0"/>
                  </a:lnTo>
                  <a:lnTo>
                    <a:pt x="15384813" y="3663304"/>
                  </a:lnTo>
                  <a:lnTo>
                    <a:pt x="0" y="3663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8153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118768" y="6591924"/>
            <a:ext cx="3135634" cy="3988088"/>
          </a:xfrm>
          <a:custGeom>
            <a:avLst/>
            <a:gdLst/>
            <a:ahLst/>
            <a:cxnLst/>
            <a:rect r="r" b="b" t="t" l="l"/>
            <a:pathLst>
              <a:path h="3988088" w="3135634">
                <a:moveTo>
                  <a:pt x="0" y="0"/>
                </a:moveTo>
                <a:lnTo>
                  <a:pt x="3135634" y="0"/>
                </a:lnTo>
                <a:lnTo>
                  <a:pt x="3135634" y="3988088"/>
                </a:lnTo>
                <a:lnTo>
                  <a:pt x="0" y="3988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541894" y="2290914"/>
            <a:ext cx="5717406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there are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150 rows, it will calculate the distance between each and every row.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will result 150 * 150 values, if we include the calculation of distance between the points itself. 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Calculating Euclidean distance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95445" y="0"/>
            <a:ext cx="5092555" cy="509255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19175" y="2160102"/>
            <a:ext cx="1624012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the DBSC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methods, the two parameters are very important, ϵ, and minimum points.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19175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Epison and max points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9175" y="3873967"/>
            <a:ext cx="1624012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Epsilon (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ϵ</a:t>
            </a: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defines the maximum distance to be considered as a neighbor.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 we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define ϵ = 0.5 it means that we take the distances &gt;= 0.5. 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997408"/>
            <a:ext cx="16240125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Minimum Point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the minimum points near a particular point (including itself to consider as a core point.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E.g., if we set the minimum point = 3, it means that -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will try to consider that one is a core point if it has at least 3 neighbors (including itself).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3820" y="7231326"/>
            <a:ext cx="4248292" cy="424829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9175" y="3129831"/>
            <a:ext cx="4970595" cy="6039130"/>
          </a:xfrm>
          <a:custGeom>
            <a:avLst/>
            <a:gdLst/>
            <a:ahLst/>
            <a:cxnLst/>
            <a:rect r="r" b="b" t="t" l="l"/>
            <a:pathLst>
              <a:path h="6039130" w="4970595">
                <a:moveTo>
                  <a:pt x="0" y="0"/>
                </a:moveTo>
                <a:lnTo>
                  <a:pt x="4970595" y="0"/>
                </a:lnTo>
                <a:lnTo>
                  <a:pt x="4970595" y="6039130"/>
                </a:lnTo>
                <a:lnTo>
                  <a:pt x="0" y="603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89770" y="3063156"/>
            <a:ext cx="12298230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this case, core points are 1, 2, 3 an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7.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Point 8 is close to core point 1, but has &lt; 3 neighbors.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 is a neighbor point.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 and 5 are very close to each other.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aren’t neighbor points because they are not close to other core points.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 is not close to any other point (noise).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569987" y="825564"/>
            <a:ext cx="1937725" cy="1989962"/>
          </a:xfrm>
          <a:custGeom>
            <a:avLst/>
            <a:gdLst/>
            <a:ahLst/>
            <a:cxnLst/>
            <a:rect r="r" b="b" t="t" l="l"/>
            <a:pathLst>
              <a:path h="1989962" w="1937725">
                <a:moveTo>
                  <a:pt x="0" y="0"/>
                </a:moveTo>
                <a:lnTo>
                  <a:pt x="1937725" y="0"/>
                </a:lnTo>
                <a:lnTo>
                  <a:pt x="1937725" y="1989962"/>
                </a:lnTo>
                <a:lnTo>
                  <a:pt x="0" y="1989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9175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How Clustering 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9175" y="2149391"/>
            <a:ext cx="138782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 say we set e = 0.5, and min-pts = 3. and get the following points.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0123" y="6149396"/>
            <a:ext cx="5092555" cy="509255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9175" y="3129831"/>
            <a:ext cx="4970595" cy="6039130"/>
          </a:xfrm>
          <a:custGeom>
            <a:avLst/>
            <a:gdLst/>
            <a:ahLst/>
            <a:cxnLst/>
            <a:rect r="r" b="b" t="t" l="l"/>
            <a:pathLst>
              <a:path h="6039130" w="4970595">
                <a:moveTo>
                  <a:pt x="0" y="0"/>
                </a:moveTo>
                <a:lnTo>
                  <a:pt x="4970595" y="0"/>
                </a:lnTo>
                <a:lnTo>
                  <a:pt x="4970595" y="6039130"/>
                </a:lnTo>
                <a:lnTo>
                  <a:pt x="0" y="603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9175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How Clustering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9175" y="2149391"/>
            <a:ext cx="138782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 say we set e = 0.5, and min-pts = 3. and get the following points.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89770" y="3063156"/>
            <a:ext cx="12298230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the clustering part, we will start on point 1, and call it cluster A.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will expand to its neighbors, 2,7 an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8.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will not have 1, 2, 7 and 8 in cluster A.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we will move to point 2.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Point 2 has its neighbors, 1, 3, 7.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1 and 7 are already in cluster A, we will add cluster 3 to cluster A.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cluster A will now include 1, 2, 3, 7, and 8.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5623" y="7094204"/>
            <a:ext cx="5092555" cy="509255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9175" y="3129831"/>
            <a:ext cx="4970595" cy="6039130"/>
          </a:xfrm>
          <a:custGeom>
            <a:avLst/>
            <a:gdLst/>
            <a:ahLst/>
            <a:cxnLst/>
            <a:rect r="r" b="b" t="t" l="l"/>
            <a:pathLst>
              <a:path h="6039130" w="4970595">
                <a:moveTo>
                  <a:pt x="0" y="0"/>
                </a:moveTo>
                <a:lnTo>
                  <a:pt x="4970595" y="0"/>
                </a:lnTo>
                <a:lnTo>
                  <a:pt x="4970595" y="6039130"/>
                </a:lnTo>
                <a:lnTo>
                  <a:pt x="0" y="603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9175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How Clustering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9175" y="2149391"/>
            <a:ext cx="138782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 say we set e = 0.5, and min-pts = 3. and get the following points.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89770" y="3063156"/>
            <a:ext cx="1126953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we will move to point 3, and it is already in cluster A.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we will move to point 4, and it has one neighbor 5, but it the two cannot form cluster; similar for point 5.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Point 4, 5 (entire group)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noise.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we will move to point 6, it is isolated and considered noise.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9175" y="3129831"/>
            <a:ext cx="4970595" cy="6039130"/>
          </a:xfrm>
          <a:custGeom>
            <a:avLst/>
            <a:gdLst/>
            <a:ahLst/>
            <a:cxnLst/>
            <a:rect r="r" b="b" t="t" l="l"/>
            <a:pathLst>
              <a:path h="6039130" w="4970595">
                <a:moveTo>
                  <a:pt x="0" y="0"/>
                </a:moveTo>
                <a:lnTo>
                  <a:pt x="4970595" y="0"/>
                </a:lnTo>
                <a:lnTo>
                  <a:pt x="4970595" y="6039130"/>
                </a:lnTo>
                <a:lnTo>
                  <a:pt x="0" y="603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9175" y="933450"/>
            <a:ext cx="128190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How Clustering 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9175" y="2149391"/>
            <a:ext cx="138782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 say we set e = 0.5, and min-pts = 3. and get the following points.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992919" y="5450237"/>
            <a:ext cx="1087607" cy="108760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61703" y="6294041"/>
            <a:ext cx="5092555" cy="50925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99857" y="4480265"/>
            <a:ext cx="1326471" cy="132647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989770" y="3187896"/>
            <a:ext cx="11269530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we move to point 7, it is already in A, and its neighbors 1, 2, 3 are already in A.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Lastly, we move to point 8, which is already in cluster A, and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a border point.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Therefore, we get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1, 2, 3, 7 and 8(border) in cluster A.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4, 5, 6 are noise.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220200"/>
            <a:ext cx="1624012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Note :points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are within cluster of Core Point but are not Core Points themselves are specifically called Border Points.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965568" y="6540867"/>
            <a:ext cx="872630" cy="87263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97723" y="2775280"/>
            <a:ext cx="5092555" cy="509255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>
                <a:alpha val="5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619735"/>
            <a:ext cx="18288000" cy="298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References: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www.geeksforgeeks.org. (30/10/2025). DBSCAN Clustering in ML - Density based clustering - GeeksforGeeks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https://raghda-altaei.medium.com/understand-the-math-behind-dbscan-ae51672c0424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DAHFf73TJGM</dc:identifier>
  <dcterms:modified xsi:type="dcterms:W3CDTF">2011-08-01T06:04:30Z</dcterms:modified>
  <cp:revision>1</cp:revision>
  <dc:title>DBSCAN</dc:title>
</cp:coreProperties>
</file>